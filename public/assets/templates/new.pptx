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lvl1pPr marL="0" algn="l">
      <a:defRPr sz="1800" kern="1200">
        <a:solidFill>
          <a:schemeClr val="tx1"/>
        </a:solidFill>
        <a:latin typeface="+mn-lt"/>
      </a:defRPr>
    </a:lvl1pPr>
    <a:lvl2pPr marL="457200" algn="l">
      <a:defRPr sz="1800" kern="1200">
        <a:solidFill>
          <a:schemeClr val="tx1"/>
        </a:solidFill>
        <a:latin typeface="+mn-lt"/>
      </a:defRPr>
    </a:lvl2pPr>
    <a:lvl3pPr marL="914400" algn="l">
      <a:defRPr sz="1800" kern="1200">
        <a:solidFill>
          <a:schemeClr val="tx1"/>
        </a:solidFill>
        <a:latin typeface="+mn-lt"/>
      </a:defRPr>
    </a:lvl3pPr>
    <a:lvl4pPr marL="1371600" algn="l">
      <a:defRPr sz="1800" kern="1200">
        <a:solidFill>
          <a:schemeClr val="tx1"/>
        </a:solidFill>
        <a:latin typeface="+mn-lt"/>
      </a:defRPr>
    </a:lvl4pPr>
    <a:lvl5pPr marL="1828800" algn="l">
      <a:defRPr sz="1800" kern="1200">
        <a:solidFill>
          <a:schemeClr val="tx1"/>
        </a:solidFill>
        <a:latin typeface="+mn-lt"/>
      </a:defRPr>
    </a:lvl5pPr>
    <a:lvl6pPr marL="2286000" algn="l">
      <a:defRPr sz="1800" kern="1200">
        <a:solidFill>
          <a:schemeClr val="tx1"/>
        </a:solidFill>
        <a:latin typeface="+mn-lt"/>
      </a:defRPr>
    </a:lvl6pPr>
    <a:lvl7pPr marL="2743200" algn="l">
      <a:defRPr sz="1800" kern="1200">
        <a:solidFill>
          <a:schemeClr val="tx1"/>
        </a:solidFill>
        <a:latin typeface="+mn-lt"/>
      </a:defRPr>
    </a:lvl7pPr>
    <a:lvl8pPr marL="3200400" algn="l">
      <a:defRPr sz="1800" kern="1200">
        <a:solidFill>
          <a:schemeClr val="tx1"/>
        </a:solidFill>
        <a:latin typeface="+mn-lt"/>
      </a:defRPr>
    </a:lvl8pPr>
    <a:lvl9pPr marL="3657600" algn="l">
      <a:defRPr sz="1800" kern="12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24000" y="1117600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/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524000" y="3606800"/>
            <a:ext cx="9144000" cy="1651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</a:lstStyle>
          <a:p/>
        </p:txBody>
      </p:sp>
      <p:sp>
        <p:nvSpPr>
          <p:cNvPr id="9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1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C6D5D-A00E-4AA9-84F2-364CBECE0EEA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/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15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6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7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D0F9E-EF7E-4C26-8662-25A73F2263DD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825500" y="1714500"/>
            <a:ext cx="10541000" cy="28575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/>
        </p:txBody>
      </p:sp>
      <p:sp>
        <p:nvSpPr>
          <p:cNvPr id="20" name="Text Placeholder 2"/>
          <p:cNvSpPr>
            <a:spLocks noGrp="1"/>
          </p:cNvSpPr>
          <p:nvPr>
            <p:ph type="body" idx="1"/>
          </p:nvPr>
        </p:nvSpPr>
        <p:spPr>
          <a:xfrm>
            <a:off x="825500" y="4597400"/>
            <a:ext cx="10541000" cy="14986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21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2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3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18080-B33E-4073-8615-72D8F5AE8F78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/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5232400" cy="43561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27" name="Content Placeholder 3"/>
          <p:cNvSpPr>
            <a:spLocks noGrp="1"/>
          </p:cNvSpPr>
          <p:nvPr>
            <p:ph idx="2"/>
          </p:nvPr>
        </p:nvSpPr>
        <p:spPr>
          <a:xfrm>
            <a:off x="6197600" y="1828800"/>
            <a:ext cx="5232400" cy="43561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28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9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0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B9569-04AF-4288-8880-64CE52ABE7A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/>
        </p:txBody>
      </p:sp>
      <p:sp>
        <p:nvSpPr>
          <p:cNvPr id="3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4" name="Content Placeholder 3"/>
          <p:cNvSpPr>
            <a:spLocks noGrp="1"/>
          </p:cNvSpPr>
          <p:nvPr>
            <p:ph idx="2"/>
          </p:nvPr>
        </p:nvSpPr>
        <p:spPr>
          <a:xfrm>
            <a:off x="762000" y="2514600"/>
            <a:ext cx="5232400" cy="36703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35" name="Text Placeholder 4"/>
          <p:cNvSpPr>
            <a:spLocks noGrp="1"/>
          </p:cNvSpPr>
          <p:nvPr>
            <p:ph type="body" idx="3"/>
          </p:nvPr>
        </p:nvSpPr>
        <p:spPr>
          <a:xfrm>
            <a:off x="61976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6" name="Content Placeholder 5"/>
          <p:cNvSpPr>
            <a:spLocks noGrp="1"/>
          </p:cNvSpPr>
          <p:nvPr>
            <p:ph idx="4"/>
          </p:nvPr>
        </p:nvSpPr>
        <p:spPr>
          <a:xfrm>
            <a:off x="6197600" y="2514600"/>
            <a:ext cx="5232400" cy="36703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37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8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9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33E07-937E-4FED-8300-89129584345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/>
        </p:txBody>
      </p:sp>
      <p:sp>
        <p:nvSpPr>
          <p:cNvPr id="4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8B55B-FA15-48BA-860D-0231187503D9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0EBC0-ADA9-4FA7-889C-9287646BC794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1" name="Content Placeholder 2"/>
          <p:cNvSpPr>
            <a:spLocks noGrp="1"/>
          </p:cNvSpPr>
          <p:nvPr>
            <p:ph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52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53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4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5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25AB8-FB3A-479C-8780-0B7E5F586C0F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8" name="Picture Placeholder 2"/>
          <p:cNvSpPr>
            <a:spLocks noGrp="1"/>
          </p:cNvSpPr>
          <p:nvPr>
            <p:ph type="pic"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9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60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1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2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FC29A-6C4F-4141-86E3-1A3E2D58E3A2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/>
        </p:txBody>
      </p:sp>
      <p:sp>
        <p:nvSpPr>
          <p:cNvPr id="6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vert="eaVert" anchor="t">
            <a:normAutofit/>
          </a:bodyPr>
          <a:lstStyle/>
          <a:p/>
        </p:txBody>
      </p:sp>
      <p:sp>
        <p:nvSpPr>
          <p:cNvPr id="6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9C649-D3E0-46CB-87C1-67136E4226A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8300"/>
            <a:ext cx="2705100" cy="5816600"/>
          </a:xfrm>
          <a:prstGeom prst="rect">
            <a:avLst/>
          </a:prstGeom>
        </p:spPr>
        <p:txBody>
          <a:bodyPr vert="eaVert"/>
          <a:lstStyle/>
          <a:p/>
        </p:txBody>
      </p:sp>
      <p:sp>
        <p:nvSpPr>
          <p:cNvPr id="7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68300"/>
            <a:ext cx="7772400" cy="5816600"/>
          </a:xfrm>
          <a:prstGeom prst="rect">
            <a:avLst/>
          </a:prstGeom>
        </p:spPr>
        <p:txBody>
          <a:bodyPr vert="eaVert" anchor="t">
            <a:normAutofit/>
          </a:bodyPr>
          <a:lstStyle/>
          <a:p/>
        </p:txBody>
      </p:sp>
      <p:sp>
        <p:nvSpPr>
          <p:cNvPr id="7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BE78A-EB3E-401E-81B5-D7F53201DAF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DeckCra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r>
              <a:rPr/>
              <a:t>Click to edit Master text styles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D6AB1-0FDA-49F1-8390-8828CE9E6676}" type="slidenum">
              <a:rPr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</a:defRPr>
      </a:lvl1pPr>
      <a:lvl2pPr marL="685800" indent="-228600" algn="l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</a:defRPr>
      </a:lvl2pPr>
      <a:lvl3pPr marL="1143000" indent="-228600" algn="l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</a:defRPr>
      </a:lvl3pPr>
      <a:lvl4pPr marL="1600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4pPr>
      <a:lvl5pPr marL="20574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5pPr>
      <a:lvl6pPr marL="25146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lvl1pPr marL="0" algn="l">
        <a:defRPr sz="1800" kern="1200">
          <a:solidFill>
            <a:schemeClr val="tx1"/>
          </a:solidFill>
          <a:latin typeface="+mn-lt"/>
        </a:defRPr>
      </a:lvl1pPr>
      <a:lvl2pPr marL="457200" algn="l">
        <a:defRPr sz="1800" kern="1200">
          <a:solidFill>
            <a:schemeClr val="tx1"/>
          </a:solidFill>
          <a:latin typeface="+mn-lt"/>
        </a:defRPr>
      </a:lvl2pPr>
      <a:lvl3pPr marL="914400" algn="l">
        <a:defRPr sz="1800" kern="1200">
          <a:solidFill>
            <a:schemeClr val="tx1"/>
          </a:solidFill>
          <a:latin typeface="+mn-lt"/>
        </a:defRPr>
      </a:lvl3pPr>
      <a:lvl4pPr marL="1371600" algn="l">
        <a:defRPr sz="1800" kern="1200">
          <a:solidFill>
            <a:schemeClr val="tx1"/>
          </a:solidFill>
          <a:latin typeface="+mn-lt"/>
        </a:defRPr>
      </a:lvl4pPr>
      <a:lvl5pPr marL="1828800" algn="l">
        <a:defRPr sz="1800" kern="1200">
          <a:solidFill>
            <a:schemeClr val="tx1"/>
          </a:solidFill>
          <a:latin typeface="+mn-lt"/>
        </a:defRPr>
      </a:lvl5pPr>
      <a:lvl6pPr marL="2286000" algn="l">
        <a:defRPr sz="1800" kern="1200">
          <a:solidFill>
            <a:schemeClr val="tx1"/>
          </a:solidFill>
          <a:latin typeface="+mn-lt"/>
        </a:defRPr>
      </a:lvl6pPr>
      <a:lvl7pPr marL="2743200" algn="l">
        <a:defRPr sz="1800" kern="1200">
          <a:solidFill>
            <a:schemeClr val="tx1"/>
          </a:solidFill>
          <a:latin typeface="+mn-lt"/>
        </a:defRPr>
      </a:lvl7pPr>
      <a:lvl8pPr marL="3200400" algn="l">
        <a:defRPr sz="1800" kern="1200">
          <a:solidFill>
            <a:schemeClr val="tx1"/>
          </a:solidFill>
          <a:latin typeface="+mn-lt"/>
        </a:defRPr>
      </a:lvl8pPr>
      <a:lvl9pPr marL="3657600" algn="l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259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DeckCraf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3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5000"/>
                <a:satMod val="103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38100" dir="5400000" algn="t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03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DeckCraft</Application>
  <Slides>1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